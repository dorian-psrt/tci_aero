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A445BA-C638-4A9C-9F4F-3641FFE74467}" v="6" dt="2025-11-25T22:37:41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ian PASSARET" userId="3faaad80-76e5-4034-921c-d5918580f577" providerId="ADAL" clId="{7E5F3BB6-FE8B-4B57-8E64-F223AD81F0E3}"/>
    <pc:docChg chg="modSld">
      <pc:chgData name="Dorian PASSARET" userId="3faaad80-76e5-4034-921c-d5918580f577" providerId="ADAL" clId="{7E5F3BB6-FE8B-4B57-8E64-F223AD81F0E3}" dt="2025-11-25T22:37:49.159" v="7" actId="1076"/>
      <pc:docMkLst>
        <pc:docMk/>
      </pc:docMkLst>
      <pc:sldChg chg="addSp delSp modSp mod">
        <pc:chgData name="Dorian PASSARET" userId="3faaad80-76e5-4034-921c-d5918580f577" providerId="ADAL" clId="{7E5F3BB6-FE8B-4B57-8E64-F223AD81F0E3}" dt="2025-11-25T22:37:49.159" v="7" actId="1076"/>
        <pc:sldMkLst>
          <pc:docMk/>
          <pc:sldMk cId="309135665" sldId="256"/>
        </pc:sldMkLst>
        <pc:spChg chg="add">
          <ac:chgData name="Dorian PASSARET" userId="3faaad80-76e5-4034-921c-d5918580f577" providerId="ADAL" clId="{7E5F3BB6-FE8B-4B57-8E64-F223AD81F0E3}" dt="2025-11-25T22:37:36.941" v="4"/>
          <ac:spMkLst>
            <pc:docMk/>
            <pc:sldMk cId="309135665" sldId="256"/>
            <ac:spMk id="4" creationId="{128B948B-AE3A-9C6C-6C42-20C0E67B26C2}"/>
          </ac:spMkLst>
        </pc:spChg>
        <pc:picChg chg="add mod">
          <ac:chgData name="Dorian PASSARET" userId="3faaad80-76e5-4034-921c-d5918580f577" providerId="ADAL" clId="{7E5F3BB6-FE8B-4B57-8E64-F223AD81F0E3}" dt="2025-11-25T22:37:49.159" v="7" actId="1076"/>
          <ac:picMkLst>
            <pc:docMk/>
            <pc:sldMk cId="309135665" sldId="256"/>
            <ac:picMk id="5" creationId="{7D086C30-C9F7-F843-7A17-865E097931FE}"/>
          </ac:picMkLst>
        </pc:picChg>
        <pc:picChg chg="add del">
          <ac:chgData name="Dorian PASSARET" userId="3faaad80-76e5-4034-921c-d5918580f577" providerId="ADAL" clId="{7E5F3BB6-FE8B-4B57-8E64-F223AD81F0E3}" dt="2025-11-25T22:37:08.280" v="1" actId="478"/>
          <ac:picMkLst>
            <pc:docMk/>
            <pc:sldMk cId="309135665" sldId="256"/>
            <ac:picMk id="1026" creationId="{D462AA9A-A1E7-7902-AAEB-481E8AA19E82}"/>
          </ac:picMkLst>
        </pc:picChg>
        <pc:picChg chg="add mod">
          <ac:chgData name="Dorian PASSARET" userId="3faaad80-76e5-4034-921c-d5918580f577" providerId="ADAL" clId="{7E5F3BB6-FE8B-4B57-8E64-F223AD81F0E3}" dt="2025-11-25T22:37:27.595" v="3" actId="1076"/>
          <ac:picMkLst>
            <pc:docMk/>
            <pc:sldMk cId="309135665" sldId="256"/>
            <ac:picMk id="1028" creationId="{86061EC6-8BBD-FD48-049A-EF0DC4E4437B}"/>
          </ac:picMkLst>
        </pc:picChg>
      </pc:sldChg>
    </pc:docChg>
  </pc:docChgLst>
  <pc:docChgLst>
    <pc:chgData name="Matheo RAULT" userId="S::matheo.rault@estaca.eu::463f12a8-6418-485d-9f48-668cbd3453e5" providerId="AD" clId="Web-{F20BE705-EC06-142E-99B6-D2F9EB579C4A}"/>
    <pc:docChg chg="modSld">
      <pc:chgData name="Matheo RAULT" userId="S::matheo.rault@estaca.eu::463f12a8-6418-485d-9f48-668cbd3453e5" providerId="AD" clId="Web-{F20BE705-EC06-142E-99B6-D2F9EB579C4A}" dt="2025-11-18T15:05:51.054" v="27" actId="20577"/>
      <pc:docMkLst>
        <pc:docMk/>
      </pc:docMkLst>
      <pc:sldChg chg="modSp">
        <pc:chgData name="Matheo RAULT" userId="S::matheo.rault@estaca.eu::463f12a8-6418-485d-9f48-668cbd3453e5" providerId="AD" clId="Web-{F20BE705-EC06-142E-99B6-D2F9EB579C4A}" dt="2025-11-18T15:05:51.054" v="27" actId="20577"/>
        <pc:sldMkLst>
          <pc:docMk/>
          <pc:sldMk cId="92500901" sldId="258"/>
        </pc:sldMkLst>
        <pc:spChg chg="mod">
          <ac:chgData name="Matheo RAULT" userId="S::matheo.rault@estaca.eu::463f12a8-6418-485d-9f48-668cbd3453e5" providerId="AD" clId="Web-{F20BE705-EC06-142E-99B6-D2F9EB579C4A}" dt="2025-11-18T15:05:51.054" v="27" actId="20577"/>
          <ac:spMkLst>
            <pc:docMk/>
            <pc:sldMk cId="92500901" sldId="258"/>
            <ac:spMk id="3" creationId="{998B0FD7-E140-A443-0AC8-C0F40BD4FE5A}"/>
          </ac:spMkLst>
        </pc:spChg>
      </pc:sldChg>
    </pc:docChg>
  </pc:docChgLst>
  <pc:docChgLst>
    <pc:chgData name="Matheo RAULT" userId="S::matheo.rault@estaca.eu::463f12a8-6418-485d-9f48-668cbd3453e5" providerId="AD" clId="Web-{A2575B74-22AE-96CD-34F2-471DBDF251CF}"/>
    <pc:docChg chg="addSld modSld">
      <pc:chgData name="Matheo RAULT" userId="S::matheo.rault@estaca.eu::463f12a8-6418-485d-9f48-668cbd3453e5" providerId="AD" clId="Web-{A2575B74-22AE-96CD-34F2-471DBDF251CF}" dt="2025-11-20T09:02:20.666" v="1"/>
      <pc:docMkLst>
        <pc:docMk/>
      </pc:docMkLst>
      <pc:sldChg chg="mod modShow">
        <pc:chgData name="Matheo RAULT" userId="S::matheo.rault@estaca.eu::463f12a8-6418-485d-9f48-668cbd3453e5" providerId="AD" clId="Web-{A2575B74-22AE-96CD-34F2-471DBDF251CF}" dt="2025-11-20T09:01:51.321" v="0"/>
        <pc:sldMkLst>
          <pc:docMk/>
          <pc:sldMk cId="1457630699" sldId="257"/>
        </pc:sldMkLst>
      </pc:sldChg>
      <pc:sldChg chg="new">
        <pc:chgData name="Matheo RAULT" userId="S::matheo.rault@estaca.eu::463f12a8-6418-485d-9f48-668cbd3453e5" providerId="AD" clId="Web-{A2575B74-22AE-96CD-34F2-471DBDF251CF}" dt="2025-11-20T09:02:20.666" v="1"/>
        <pc:sldMkLst>
          <pc:docMk/>
          <pc:sldMk cId="2018684595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457266-3A68-8D11-CC98-D4466E8E6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56932E2-C613-5DCD-D39A-96E1F1D62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BB7D4B-9558-65CF-F808-E53DFEFC5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A8A-416D-44B0-AA77-EBB22206864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D7582A-FFE2-6926-9AFC-7BF44EA08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7BC4D0-CD27-5967-64DE-0DD46C6C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57E6-BC9E-4AAC-B7AD-2FC5A5CE3F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385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CC2553-2DF5-5750-A9C5-502191A1A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973A3D-D085-656B-ADED-DA86A15A9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3CBAAB-1556-233A-9D5C-25DEC971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A8A-416D-44B0-AA77-EBB22206864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D75140-4FA5-DE39-815C-851359349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A101E3-1800-A29A-5C87-39E52C676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57E6-BC9E-4AAC-B7AD-2FC5A5CE3F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26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1E3D54-F906-0956-3A69-493D030EC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346453-8B01-9102-B654-0EE4AC4A3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0ACDB1-EF99-F403-B2A7-C68978DF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A8A-416D-44B0-AA77-EBB22206864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033301-79B9-3FB5-A1C5-7632D11A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3B1053-C309-870C-82EF-AADAC826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57E6-BC9E-4AAC-B7AD-2FC5A5CE3F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3101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3BB2F7-C0EA-77EF-5126-54CAAA8DD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606DCC-D5AD-0067-4755-85BD9EC99B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820C8C8-187F-BB66-96BD-E7E8AF363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904DE8-BFE9-4004-FA74-A4D17CAF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A8A-416D-44B0-AA77-EBB22206864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33B12F8-4843-1798-0952-B5B71C61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C69EFD-A2EA-8767-0285-51272C0BE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57E6-BC9E-4AAC-B7AD-2FC5A5CE3F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6044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E76778-EA03-32D0-9538-340D09A58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5AD6E8-D850-79DB-398C-707FA953D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F222791-86F9-53D8-3125-6046F4741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AAE4373-956C-AE67-66B7-8A8511D73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C48AF5F-4F13-FF24-BEB2-FA09C5756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D92950D-39E9-544A-0136-199717906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A8A-416D-44B0-AA77-EBB22206864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CAF5690-C98E-F451-D7D5-EE9077F38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C541767-7C63-3C13-A35F-AD8A622CC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57E6-BC9E-4AAC-B7AD-2FC5A5CE3F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3672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4C5B42-D310-7F0D-7504-5C50F7199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15FBAD2-30E2-9DF9-DBA8-BC5E328BF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A8A-416D-44B0-AA77-EBB22206864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A08CBF1-FCC1-E924-3CE3-E45F9DA8A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7CE6034-4B38-5692-F910-CB6AADE6A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57E6-BC9E-4AAC-B7AD-2FC5A5CE3F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54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8199F7C-2984-7934-A8D4-A3CBD86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A8A-416D-44B0-AA77-EBB22206864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234FA42-4117-5127-0EF8-69765B2CA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C24314-AB45-EAF5-9115-40C25C02A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57E6-BC9E-4AAC-B7AD-2FC5A5CE3F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551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735D9F-8E30-619D-8CE1-14F9C58D5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FC117A-6A09-5C6A-5B41-7802A173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605D36C-294F-AF89-E5A7-9B4541564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C3653FE-FED0-34ED-3D69-183DBD40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A8A-416D-44B0-AA77-EBB22206864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B0AE1C6-5B32-8307-C63F-0F6A6E2F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22B8B02-BDFD-3757-6D60-D73F326C0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57E6-BC9E-4AAC-B7AD-2FC5A5CE3F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085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5FEC11-247C-7009-4E48-1E1595396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6B6A090-22EA-7244-C844-E7A262181F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6491EB0-EB3A-D0EE-12CE-D8D9D59E1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4FF38D-95D9-20CB-2C17-B94EB8CFC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A8A-416D-44B0-AA77-EBB22206864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D2A0878-BA69-0660-6CD5-82AD1D381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716A42B-7FB5-8504-64E6-8366E1F2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57E6-BC9E-4AAC-B7AD-2FC5A5CE3F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628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509651-4F98-DD23-8EA7-934124AF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E96E50-ADC5-884E-73BE-4438E57ED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B3AF26-9FA6-E35C-FDDF-AC186E431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A8A-416D-44B0-AA77-EBB22206864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6B2A59-A8FC-51E6-47A5-F4DA0201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C07C6A-F11B-853B-8A53-2BA0355D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57E6-BC9E-4AAC-B7AD-2FC5A5CE3F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192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8DD1586-7107-0D25-5E48-8CA51CE94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4EF400D-8858-8CBF-D9D9-81757F924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82ED5A-DF1B-2291-CA2A-48BF529A2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A8A-416D-44B0-AA77-EBB22206864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CE20FE-24C9-7A83-EFB0-B93619199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1F83C3-55B6-3444-4F4E-9FB31102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57E6-BC9E-4AAC-B7AD-2FC5A5CE3F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537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5D68502-D273-840B-D751-9BB4D24BF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EA643F-ADC3-9CED-CB6B-A9BFED5D8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D99BCD-5888-269F-0CFD-6D43F4DDA1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43A8A-416D-44B0-AA77-EBB22206864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0C68E6-03C1-12AB-C995-E34E27BC0D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124394-5047-7B87-7FA4-5A0C10D02C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D857E6-BC9E-4AAC-B7AD-2FC5A5CE3F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3695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16C9A6-1118-0418-82B5-378722553A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Pitch final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607F294-E889-9145-5BB0-4938354A85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8" name="Picture 4" descr="SVG &gt; explosion Attention symbole signe - Image et icône SVG gratuite. |  SVG Silh">
            <a:extLst>
              <a:ext uri="{FF2B5EF4-FFF2-40B4-BE49-F238E27FC236}">
                <a16:creationId xmlns:a16="http://schemas.microsoft.com/office/drawing/2014/main" id="{86061EC6-8BBD-FD48-049A-EF0DC4E44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479" y="103028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SVG &gt; explosion Attention symbole signe - Image et icône SVG gratuite. |  SVG Silh">
            <a:extLst>
              <a:ext uri="{FF2B5EF4-FFF2-40B4-BE49-F238E27FC236}">
                <a16:creationId xmlns:a16="http://schemas.microsoft.com/office/drawing/2014/main" id="{128B948B-AE3A-9C6C-6C42-20C0E67B26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D086C30-C9F7-F843-7A17-865E09793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276" y="483476"/>
            <a:ext cx="2233448" cy="223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35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D97847-BD2C-EE07-36CF-5E23F5E6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A31D97-A2D4-5E45-D9A1-251C1C30C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Situation avec un problème</a:t>
            </a:r>
          </a:p>
          <a:p>
            <a:r>
              <a:rPr lang="fr-FR"/>
              <a:t>L’équipe (background, …)</a:t>
            </a:r>
          </a:p>
          <a:p>
            <a:r>
              <a:rPr lang="fr-FR"/>
              <a:t>Notre solution </a:t>
            </a:r>
            <a:r>
              <a:rPr lang="fr-FR" sz="1800"/>
              <a:t>(pourquoi un essaim c’est mieux qu’un seul drone ?) (source pour chaque slide)</a:t>
            </a:r>
          </a:p>
          <a:p>
            <a:pPr lvl="1"/>
            <a:r>
              <a:rPr lang="fr-FR"/>
              <a:t>GPS</a:t>
            </a:r>
          </a:p>
          <a:p>
            <a:pPr lvl="1"/>
            <a:r>
              <a:rPr lang="fr-FR"/>
              <a:t>Décentralisée</a:t>
            </a:r>
          </a:p>
          <a:p>
            <a:r>
              <a:rPr lang="fr-FR"/>
              <a:t>Vidéos (drones et/ou simu) </a:t>
            </a:r>
            <a:r>
              <a:rPr lang="fr-FR" sz="1800"/>
              <a:t>(source pour chaque slide)</a:t>
            </a:r>
          </a:p>
          <a:p>
            <a:endParaRPr lang="fr-FR"/>
          </a:p>
          <a:p>
            <a:pPr marL="0" indent="0">
              <a:buNone/>
            </a:pPr>
            <a:endParaRPr lang="fr-FR"/>
          </a:p>
          <a:p>
            <a:pPr lvl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630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9B2324-1F2C-0BAF-4829-473E3367E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Ou est l’objet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8B0FD7-E140-A443-0AC8-C0F40BD4F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Objet à trouver style bonnet de Charlie</a:t>
            </a:r>
          </a:p>
          <a:p>
            <a:r>
              <a:rPr lang="fr-FR"/>
              <a:t>Plusieurs fenêtres à traverser</a:t>
            </a:r>
          </a:p>
          <a:p>
            <a:r>
              <a:rPr lang="fr-FR"/>
              <a:t>Colonne d'</a:t>
            </a:r>
            <a:r>
              <a:rPr lang="fr-FR" err="1"/>
              <a:t>assault</a:t>
            </a:r>
            <a:r>
              <a:rPr lang="fr-FR"/>
              <a:t> ?</a:t>
            </a:r>
          </a:p>
          <a:p>
            <a:r>
              <a:rPr lang="fr-FR"/>
              <a:t>Principe de couverture, observation</a:t>
            </a:r>
          </a:p>
          <a:p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50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CB5C8C-9841-B4E2-81E2-8EB20FA6A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Notre équipe : ESTACA - TCI - AERO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3388DB-D609-A346-C2CC-BDF22E843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ESTACA = ingé transport, nous suivons la formation AERO</a:t>
            </a:r>
          </a:p>
          <a:p>
            <a:r>
              <a:rPr lang="fr-FR"/>
              <a:t>Cette année nous nous sommes rencontrés via notre spécialité Système Embarqués</a:t>
            </a:r>
          </a:p>
          <a:p>
            <a:r>
              <a:rPr lang="fr-FR"/>
              <a:t>Discours DRH lien équipe/</a:t>
            </a:r>
            <a:r>
              <a:rPr lang="fr-FR" err="1"/>
              <a:t>hackaton</a:t>
            </a:r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CE55808-0DA6-EC29-B773-3F3FF4D103D4}"/>
              </a:ext>
            </a:extLst>
          </p:cNvPr>
          <p:cNvSpPr txBox="1"/>
          <p:nvPr/>
        </p:nvSpPr>
        <p:spPr>
          <a:xfrm>
            <a:off x="7000240" y="6311900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*TCI : Transport Connecté Intelligent</a:t>
            </a:r>
          </a:p>
        </p:txBody>
      </p:sp>
    </p:spTree>
    <p:extLst>
      <p:ext uri="{BB962C8B-B14F-4D97-AF65-F5344CB8AC3E}">
        <p14:creationId xmlns:p14="http://schemas.microsoft.com/office/powerpoint/2010/main" val="42781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DE6D57-2299-03D0-9113-223BBAA69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Notre solution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180A91-5296-A02F-601A-76091A7DF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Un essaim de drones (modulable, plus de pièces=plus de drones)</a:t>
            </a:r>
          </a:p>
          <a:p>
            <a:r>
              <a:rPr lang="fr-FR"/>
              <a:t>Un drone reste devant chaque fenêtre et les autres passent</a:t>
            </a:r>
          </a:p>
          <a:p>
            <a:r>
              <a:rPr lang="fr-FR"/>
              <a:t>Ainsi chaque drone peut effectuer une action (exemple : observation d’une pièce)</a:t>
            </a:r>
          </a:p>
          <a:p>
            <a:endParaRPr lang="fr-FR"/>
          </a:p>
          <a:p>
            <a:r>
              <a:rPr lang="fr-FR"/>
              <a:t>On s’est occupé de la </a:t>
            </a:r>
            <a:r>
              <a:rPr lang="fr-FR" err="1"/>
              <a:t>nav</a:t>
            </a:r>
            <a:r>
              <a:rPr lang="fr-FR"/>
              <a:t> et pas de l’action faites dans la pièce</a:t>
            </a:r>
          </a:p>
        </p:txBody>
      </p:sp>
    </p:spTree>
    <p:extLst>
      <p:ext uri="{BB962C8B-B14F-4D97-AF65-F5344CB8AC3E}">
        <p14:creationId xmlns:p14="http://schemas.microsoft.com/office/powerpoint/2010/main" val="3269603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151B7-8F2B-F2AD-3334-7D4E445A1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C255-79F2-6D87-2CB6-8A21CBF9E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6845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</Words>
  <Application>Microsoft Office PowerPoint</Application>
  <PresentationFormat>Grand écran</PresentationFormat>
  <Paragraphs>25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Pitch final</vt:lpstr>
      <vt:lpstr>Sommaire</vt:lpstr>
      <vt:lpstr>Ou est l’objet ?</vt:lpstr>
      <vt:lpstr>Notre équipe : ESTACA - TCI - AERO</vt:lpstr>
      <vt:lpstr>Notre solution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Dorian PASSARET</dc:creator>
  <cp:lastModifiedBy>Dorian PASSARET</cp:lastModifiedBy>
  <cp:revision>3</cp:revision>
  <dcterms:created xsi:type="dcterms:W3CDTF">2025-11-18T08:10:41Z</dcterms:created>
  <dcterms:modified xsi:type="dcterms:W3CDTF">2025-11-25T22:37:54Z</dcterms:modified>
</cp:coreProperties>
</file>